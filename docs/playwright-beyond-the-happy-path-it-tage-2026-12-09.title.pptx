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L="0" marR="0" indent="0" algn="l" defTabSz="342891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1pPr>
    <a:lvl2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2pPr>
    <a:lvl3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3pPr>
    <a:lvl4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4pPr>
    <a:lvl5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5pPr>
    <a:lvl6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6pPr>
    <a:lvl7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7pPr>
    <a:lvl8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8pPr>
    <a:lvl9pPr marL="0" marR="0" indent="0" algn="ctr" defTabSz="308066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BA8"/>
    <a:srgbClr val="1167AF"/>
    <a:srgbClr val="0A4D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3"/>
    <p:restoredTop sz="94521"/>
  </p:normalViewPr>
  <p:slideViewPr>
    <p:cSldViewPr snapToGrid="0" snapToObjects="1">
      <p:cViewPr varScale="1">
        <p:scale>
          <a:sx n="154" d="100"/>
          <a:sy n="154" d="100"/>
        </p:scale>
        <p:origin x="10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1pPr>
    <a:lvl2pPr indent="85723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2pPr>
    <a:lvl3pPr indent="171446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3pPr>
    <a:lvl4pPr indent="257169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4pPr>
    <a:lvl5pPr indent="342891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5pPr>
    <a:lvl6pPr indent="428614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6pPr>
    <a:lvl7pPr indent="514337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7pPr>
    <a:lvl8pPr indent="600060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8pPr>
    <a:lvl9pPr indent="685783" defTabSz="241095" latinLnBrk="0">
      <a:lnSpc>
        <a:spcPct val="117999"/>
      </a:lnSpc>
      <a:defRPr sz="1125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812728" y="2652118"/>
            <a:ext cx="5518547" cy="5960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50"/>
            </a:lvl1pPr>
            <a:lvl2pPr marL="0" indent="0" algn="ctr">
              <a:spcBef>
                <a:spcPts val="0"/>
              </a:spcBef>
              <a:buSzTx/>
              <a:buNone/>
              <a:defRPr sz="1650"/>
            </a:lvl2pPr>
            <a:lvl3pPr marL="0" indent="0" algn="ctr">
              <a:spcBef>
                <a:spcPts val="0"/>
              </a:spcBef>
              <a:buSzTx/>
              <a:buNone/>
              <a:defRPr sz="1650"/>
            </a:lvl3pPr>
            <a:lvl4pPr marL="0" indent="0" algn="ctr">
              <a:spcBef>
                <a:spcPts val="0"/>
              </a:spcBef>
              <a:buSzTx/>
              <a:buNone/>
              <a:defRPr sz="1650"/>
            </a:lvl4pPr>
            <a:lvl5pPr marL="0" indent="0" algn="ctr">
              <a:spcBef>
                <a:spcPts val="0"/>
              </a:spcBef>
              <a:buSzTx/>
              <a:buNone/>
              <a:defRPr sz="165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sz="half" idx="13"/>
          </p:nvPr>
        </p:nvSpPr>
        <p:spPr>
          <a:xfrm>
            <a:off x="1990205" y="334863"/>
            <a:ext cx="5156895" cy="312092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812728" y="3542854"/>
            <a:ext cx="5518547" cy="750094"/>
          </a:xfrm>
          <a:prstGeom prst="rect">
            <a:avLst/>
          </a:prstGeom>
        </p:spPr>
        <p:txBody>
          <a:bodyPr anchor="b"/>
          <a:lstStyle/>
          <a:p>
            <a:r>
              <a:t>Titeltext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812728" y="4319737"/>
            <a:ext cx="5518547" cy="5960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50"/>
            </a:lvl1pPr>
            <a:lvl2pPr marL="0" indent="0" algn="ctr">
              <a:spcBef>
                <a:spcPts val="0"/>
              </a:spcBef>
              <a:buSzTx/>
              <a:buNone/>
              <a:defRPr sz="1650"/>
            </a:lvl2pPr>
            <a:lvl3pPr marL="0" indent="0" algn="ctr">
              <a:spcBef>
                <a:spcPts val="0"/>
              </a:spcBef>
              <a:buSzTx/>
              <a:buNone/>
              <a:defRPr sz="1650"/>
            </a:lvl3pPr>
            <a:lvl4pPr marL="0" indent="0" algn="ctr">
              <a:spcBef>
                <a:spcPts val="0"/>
              </a:spcBef>
              <a:buSzTx/>
              <a:buNone/>
              <a:defRPr sz="1650"/>
            </a:lvl4pPr>
            <a:lvl5pPr marL="0" indent="0" algn="ctr">
              <a:spcBef>
                <a:spcPts val="0"/>
              </a:spcBef>
              <a:buSzTx/>
              <a:buNone/>
              <a:defRPr sz="165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4374690" y="4875610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M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812728" y="1701107"/>
            <a:ext cx="5518547" cy="1741289"/>
          </a:xfrm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685853" y="334864"/>
            <a:ext cx="2812852" cy="43398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1645295" y="334863"/>
            <a:ext cx="2812852" cy="2102942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r>
              <a:t>Titeltext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1645295" y="2511476"/>
            <a:ext cx="2812852" cy="21632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50"/>
            </a:lvl1pPr>
            <a:lvl2pPr marL="0" indent="0" algn="ctr">
              <a:spcBef>
                <a:spcPts val="0"/>
              </a:spcBef>
              <a:buSzTx/>
              <a:buNone/>
              <a:defRPr sz="1650"/>
            </a:lvl2pPr>
            <a:lvl3pPr marL="0" indent="0" algn="ctr">
              <a:spcBef>
                <a:spcPts val="0"/>
              </a:spcBef>
              <a:buSzTx/>
              <a:buNone/>
              <a:defRPr sz="1650"/>
            </a:lvl3pPr>
            <a:lvl4pPr marL="0" indent="0" algn="ctr">
              <a:spcBef>
                <a:spcPts val="0"/>
              </a:spcBef>
              <a:buSzTx/>
              <a:buNone/>
              <a:defRPr sz="1650"/>
            </a:lvl4pPr>
            <a:lvl5pPr marL="0" indent="0" algn="ctr">
              <a:spcBef>
                <a:spcPts val="0"/>
              </a:spcBef>
              <a:buSzTx/>
              <a:buNone/>
              <a:defRPr sz="165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1645295" y="1372940"/>
            <a:ext cx="5853410" cy="33151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Aufzählung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quarter" idx="13"/>
          </p:nvPr>
        </p:nvSpPr>
        <p:spPr>
          <a:xfrm>
            <a:off x="4685853" y="1372940"/>
            <a:ext cx="2812852" cy="33151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quarter" idx="1"/>
          </p:nvPr>
        </p:nvSpPr>
        <p:spPr>
          <a:xfrm>
            <a:off x="1645295" y="1372940"/>
            <a:ext cx="2812852" cy="33151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174514" indent="-174514">
              <a:spcBef>
                <a:spcPts val="1688"/>
              </a:spcBef>
              <a:defRPr sz="1425"/>
            </a:lvl1pPr>
            <a:lvl2pPr marL="303103" indent="-174514">
              <a:spcBef>
                <a:spcPts val="1688"/>
              </a:spcBef>
              <a:defRPr sz="1425"/>
            </a:lvl2pPr>
            <a:lvl3pPr marL="431693" indent="-174514">
              <a:spcBef>
                <a:spcPts val="1688"/>
              </a:spcBef>
              <a:defRPr sz="1425"/>
            </a:lvl3pPr>
            <a:lvl4pPr marL="560281" indent="-174514">
              <a:spcBef>
                <a:spcPts val="1688"/>
              </a:spcBef>
              <a:defRPr sz="1425"/>
            </a:lvl4pPr>
            <a:lvl5pPr marL="688871" indent="-174514">
              <a:spcBef>
                <a:spcPts val="1688"/>
              </a:spcBef>
              <a:defRPr sz="1425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1645295" y="669728"/>
            <a:ext cx="5853410" cy="38040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4685853" y="2685604"/>
            <a:ext cx="2812852" cy="19890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4689133" y="468809"/>
            <a:ext cx="2812853" cy="19890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sz="half" idx="15"/>
          </p:nvPr>
        </p:nvSpPr>
        <p:spPr>
          <a:xfrm>
            <a:off x="1645295" y="468810"/>
            <a:ext cx="2812852" cy="420588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1812728" y="3355331"/>
            <a:ext cx="5518547" cy="247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200"/>
            </a:lvl1pPr>
          </a:lstStyle>
          <a:p>
            <a:r>
              <a:t>–Christian Bauer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3"/>
          </p:nvPr>
        </p:nvSpPr>
        <p:spPr>
          <a:xfrm>
            <a:off x="1812728" y="2250282"/>
            <a:ext cx="5518547" cy="36165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pPr marL="0" indent="0" algn="ctr">
              <a:spcBef>
                <a:spcPts val="0"/>
              </a:spcBef>
              <a:buSzTx/>
              <a:buNone/>
              <a:defRPr sz="5200"/>
            </a:pPr>
            <a:endParaRPr/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1143000" y="0"/>
            <a:ext cx="6858000" cy="5143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xfrm>
            <a:off x="4374690" y="4878959"/>
            <a:ext cx="387927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45295" y="234405"/>
            <a:ext cx="5853410" cy="1138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Titeltext</a:t>
            </a:r>
          </a:p>
        </p:txBody>
      </p:sp>
      <p:sp>
        <p:nvSpPr>
          <p:cNvPr id="12" name="Shape 119">
            <a:extLst>
              <a:ext uri="{FF2B5EF4-FFF2-40B4-BE49-F238E27FC236}">
                <a16:creationId xmlns:a16="http://schemas.microsoft.com/office/drawing/2014/main" id="{21D34205-0077-EDD4-318B-A987251DAF5E}"/>
              </a:ext>
            </a:extLst>
          </p:cNvPr>
          <p:cNvSpPr txBox="1">
            <a:spLocks/>
          </p:cNvSpPr>
          <p:nvPr userDrawn="1"/>
        </p:nvSpPr>
        <p:spPr>
          <a:xfrm>
            <a:off x="7844395" y="234405"/>
            <a:ext cx="1154641" cy="505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b">
            <a:noAutofit/>
          </a:bodyPr>
          <a:lstStyle>
            <a:lvl1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de-DE" sz="2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de-DE" sz="2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ittage</a:t>
            </a:r>
            <a:endParaRPr lang="de-DE" sz="2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9B9E0F9-56F0-266C-66BC-1FE69F440F76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5BA8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5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20B5A45-9AF3-2A81-4F6C-270C51C28C4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t="1546" b="1546"/>
          <a:stretch/>
        </p:blipFill>
        <p:spPr>
          <a:xfrm>
            <a:off x="4703736" y="344385"/>
            <a:ext cx="4321515" cy="387115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231513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398203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564892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731582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898271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1064961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1231650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1398341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1565030" marR="0" indent="-231513" algn="l" defTabSz="308078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30807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19">
            <a:extLst>
              <a:ext uri="{FF2B5EF4-FFF2-40B4-BE49-F238E27FC236}">
                <a16:creationId xmlns:a16="http://schemas.microsoft.com/office/drawing/2014/main" id="{CCAF4C5B-DAF4-9648-9623-34546EDCD1C8}"/>
              </a:ext>
            </a:extLst>
          </p:cNvPr>
          <p:cNvSpPr txBox="1">
            <a:spLocks/>
          </p:cNvSpPr>
          <p:nvPr/>
        </p:nvSpPr>
        <p:spPr>
          <a:xfrm>
            <a:off x="305839" y="3810000"/>
            <a:ext cx="8726649" cy="1122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b">
            <a:noAutofit/>
          </a:bodyPr>
          <a:lstStyle>
            <a:lvl1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41076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de-DE" sz="3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de-DE" sz="3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de-DE" sz="2800" dirty="0">
                <a:solidFill>
                  <a:schemeClr val="bg1"/>
                </a:solidFill>
              </a:rPr>
              <a:t>Sven Hennessen</a:t>
            </a:r>
          </a:p>
          <a:p>
            <a:pPr algn="l" defTabSz="227978" hangingPunct="1">
              <a:defRPr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de-DE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Zuverlässige End-to-End-Tests mit Playwright:</a:t>
            </a:r>
            <a:br>
              <a:rPr lang="de-DE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2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Von lokalem Debugging bis CI/CD</a:t>
            </a:r>
          </a:p>
        </p:txBody>
      </p:sp>
      <p:sp>
        <p:nvSpPr>
          <p:cNvPr id="13" name="Shape 120">
            <a:extLst>
              <a:ext uri="{FF2B5EF4-FFF2-40B4-BE49-F238E27FC236}">
                <a16:creationId xmlns:a16="http://schemas.microsoft.com/office/drawing/2014/main" id="{7C4B1164-C570-7242-9C6E-37EC3ED1E6A8}"/>
              </a:ext>
            </a:extLst>
          </p:cNvPr>
          <p:cNvSpPr/>
          <p:nvPr/>
        </p:nvSpPr>
        <p:spPr>
          <a:xfrm>
            <a:off x="544452" y="2592276"/>
            <a:ext cx="54166" cy="361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/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Bildschirmpräsentation (16:9)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Helvetica Light</vt:lpstr>
      <vt:lpstr>Helvetica Neue</vt:lpstr>
      <vt:lpstr>White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Session</dc:title>
  <cp:lastModifiedBy>Hannes Hafenbrack</cp:lastModifiedBy>
  <cp:revision>15</cp:revision>
  <dcterms:modified xsi:type="dcterms:W3CDTF">2026-02-11T12:40:16Z</dcterms:modified>
</cp:coreProperties>
</file>